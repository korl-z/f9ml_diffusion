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080677D-9D6A-8B76-8257-9A762AF30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20870C91-C825-C974-ABC6-23C7B694E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22A899C9-7AE9-1E07-7EAB-A926094CD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9056E1F-B8A9-5E15-C58F-3F958A8E0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B7C06FD-BBA9-DA60-1270-50F88AF9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722963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3FFDB71-2094-7C42-57A0-79A937A23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E9C9A86-CD54-0617-AF3C-18E8E1783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18A0505-2441-2AAF-277E-F3B8E7773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A737BB2-23A8-D10A-A955-4147F77BF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B051C60-75C8-0BA4-5244-FF72E56CA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0276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34C7BDF-0535-5AC9-F903-89A1A380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07A12824-0E4E-97E2-BC6E-1A66F2A02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6572473E-74FF-12FA-9524-B52C7F20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8535C97-4817-6655-5D2E-E22AC735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F802D642-16B3-6821-3782-F61E6B908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13591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717868D-D6A1-981A-348E-099C236DF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1A4CEB7F-BC79-707F-81C5-037966222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C332997-8EB8-8DC5-53E0-EC898E679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6701FD8F-735A-CC52-DEBD-1D3259C88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9E8B142-2AC5-FFEC-BBA0-A15FEFE22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98948393-1B2B-350C-4C1F-49C057410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82073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8CD4EFA-C89E-585E-14E6-1D27F731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352A582A-1B4D-F462-3382-AFF59E943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F3A9A82-9056-BD35-F601-7F2F003F8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BFEA4A84-BEF0-73E6-0E58-32275EFC4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ED395316-FBE1-89D6-40A0-AC7A929F6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A2C31B56-F356-49BD-4276-2BF5EF213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3FBD5C9B-5616-8F49-B7DD-CBD633A0F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48C82ADB-4FC0-4E0A-8921-4CED956EB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06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70D307-761E-9B14-6673-800CEA31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D14DF501-E1DB-F6D8-1CCC-6FA999102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D9D9ED43-81C8-2D5A-EA15-C6958E1E5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0EC39794-7C2E-A0E1-303E-F35967F4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4640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8A38D816-4614-D688-81C3-EA7355C6C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7966D6CC-6E09-FA5A-D66A-41B2B5C03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66FBCCC9-188B-8428-F311-F1921E601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6405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BB6776-8584-D152-93D2-C7AEFC767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5EBE65E-4632-B8E2-9024-C2F7F84D5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7CCA9018-4D31-AE10-067E-43F293AD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DDBCF322-C247-6EE6-789A-62E7DE92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BFE28813-7E21-F5D2-B6B0-AEF8131A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B4407A10-A23C-FA0C-EAA7-1C896B7CF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32531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5869201-8AA5-56E6-9097-0B9EE6BD5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069D6D0C-747E-9121-61BF-D224AA007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7A8F843C-2C37-C31C-14E7-50D3146B0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39FC08CF-D14A-CC03-32E2-CC09A7E9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CA7F13D9-4808-E89D-6836-4A71EC802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8C8C1C74-BE18-F891-6BCE-9E2BE15F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55496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3CBDCFB-B47C-5202-E72B-11C5A38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D1EB4F86-6228-FA27-C4B0-FA8AA25EB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B6968736-03EA-6114-2152-D592A8D74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AF51E94F-4C50-84D6-591E-B8E3B400F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C34D6DFA-A8E4-9958-9E5E-D89D1FB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13824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AE1063BD-DEB0-2E96-55FC-901244330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13106F3C-3386-D845-43A7-0CBCC6530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C8A4B99-583C-2F71-2649-8DD3A4962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E3165CA5-ECE7-8C10-60F2-9E2C2CDB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AA125D4F-7316-AC19-EFAB-1EBBA5886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808212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678F04D1-DEFA-1B29-004A-B007A5CC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90644B6C-0791-F058-99AF-2B51A3FF8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187FC6EB-5C51-1C32-16DF-33195EADA8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136FD7-ECAF-4056-813D-0DDC78808C6D}" type="datetimeFigureOut">
              <a:rPr lang="sl-SI" smtClean="0"/>
              <a:t>14. 10. 2025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0C65E4E-5E68-D64C-B2B0-F0BBBA1D8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B353F32B-E756-78D3-09E7-48C0FEBC1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83455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F6A4841-4452-00CB-BF5A-E92F1D52C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sl-SI" dirty="0" err="1"/>
              <a:t>Diffusion</a:t>
            </a:r>
            <a:r>
              <a:rPr lang="sl-SI" dirty="0"/>
              <a:t> </a:t>
            </a:r>
            <a:r>
              <a:rPr lang="sl-SI" dirty="0" err="1"/>
              <a:t>models</a:t>
            </a:r>
            <a:r>
              <a:rPr lang="sl-SI" dirty="0"/>
              <a:t> </a:t>
            </a:r>
            <a:r>
              <a:rPr lang="sl-SI" dirty="0" err="1"/>
              <a:t>for</a:t>
            </a:r>
            <a:r>
              <a:rPr lang="sl-SI" dirty="0"/>
              <a:t> </a:t>
            </a:r>
            <a:r>
              <a:rPr lang="sl-SI" dirty="0" err="1"/>
              <a:t>generating</a:t>
            </a:r>
            <a:r>
              <a:rPr lang="sl-SI" dirty="0"/>
              <a:t> </a:t>
            </a:r>
            <a:r>
              <a:rPr lang="sl-SI" dirty="0" err="1"/>
              <a:t>background</a:t>
            </a:r>
            <a:r>
              <a:rPr lang="sl-SI" dirty="0"/>
              <a:t> </a:t>
            </a:r>
            <a:r>
              <a:rPr lang="sl-SI" dirty="0" err="1"/>
              <a:t>events</a:t>
            </a:r>
            <a:endParaRPr lang="sl-SI" dirty="0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B67D6275-CF28-54CA-BA60-C930748464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l-SI" dirty="0" err="1"/>
              <a:t>Korl</a:t>
            </a:r>
            <a:r>
              <a:rPr lang="sl-SI" dirty="0"/>
              <a:t> Železnikar</a:t>
            </a:r>
          </a:p>
        </p:txBody>
      </p:sp>
    </p:spTree>
    <p:extLst>
      <p:ext uri="{BB962C8B-B14F-4D97-AF65-F5344CB8AC3E}">
        <p14:creationId xmlns:p14="http://schemas.microsoft.com/office/powerpoint/2010/main" val="2873791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1A01971-5682-46C8-A033-FCA6EF812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3534602-5B34-19E9-7376-8AF3898BD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695671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Širokozaslonsko</PresentationFormat>
  <Paragraphs>2</Paragraphs>
  <Slides>2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Officeova tema</vt:lpstr>
      <vt:lpstr>Diffusion models for generating background events</vt:lpstr>
      <vt:lpstr>PowerPointova predstavitev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Uporabnik</dc:creator>
  <cp:lastModifiedBy>Uporabnik</cp:lastModifiedBy>
  <cp:revision>1</cp:revision>
  <dcterms:created xsi:type="dcterms:W3CDTF">2025-10-14T13:23:34Z</dcterms:created>
  <dcterms:modified xsi:type="dcterms:W3CDTF">2025-10-14T13:24:06Z</dcterms:modified>
</cp:coreProperties>
</file>